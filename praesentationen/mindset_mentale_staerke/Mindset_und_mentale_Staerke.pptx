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Kurz vorstellen. Technik-Check: Alle hören und sehen gut? Chat-Funktion erklären – wir nutzen ihn heute oft.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Einige Zahlen vorlesen, wertschätzend kommentieren. Hinweis: Die Selbstwahrnehmung ist bereits der erste Schritt mentaler Stärke.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Minuten Stillarbeit, Timer einblenden. Danach 2-3 Freiwillige bitten, ihr D zu 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4 Runden durchführen. Referent zählt laut mit. Einsatz im Alltag: vor Meetings, Gesprächen, Präsentationen.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Trainiert die Aufmerksamkeit für Positives und wirkt dem negativen Wahrnehmungsfilter (Negativity Bias) entgegen.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anleiten: Alle schauen sich im eigenen Raum um. Einige Beobachtungen im Chat sammeln.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Blitzlicht: Ein Wort in den Chat. Offene Fragen beantworten. Hinweis auf Folgeangebote der Visual Academy.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VKT/1e5a152e-5525-5b3e-a49f-ce1ddb0cad42/scratchpad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01168"/>
            <a:ext cx="1143000" cy="4992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ONLINE-IMPULSVORTRAG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002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und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Stärke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unser Denken trainieren – mit Übungen und Tipps für den Alltag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2377440"/>
            <a:ext cx="1371600" cy="13716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0" y="272034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Willkommen! So arbeiten wir heute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27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nutzen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7510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Gedanken, Fragen und Antworten jederzeit in den Chat schreiben.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64592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627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Stift &amp; Papier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97510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die Übungen brauchst du nur einen Zettel und einen Stift.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3192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an – wenn möglich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66674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üben wirkt stärker. Kein Muss, aber eine Einladung.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1772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33756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3192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Freiwilligkeit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66674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ist ein Angebot. Du entscheidest, was du teilst.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Fahrplan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kompakt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Mindset und mentale Stärke wirklich bedeuten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916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6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Denken verstehen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1546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Gedanken Gefühle und Handeln steuern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6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1546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Übungen für Kopf, Körper und Gefühle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6916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6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468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Alltagstransfer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1546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Rituale, Gewohnheiten und dein persönlicher Plan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Check-in: Wie geht es dir?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2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 eine Zahl von 1 bis 10 in den Chat: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0312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4904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394960" y="2148840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148840"/>
            <a:ext cx="640080" cy="64008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2148840"/>
            <a:ext cx="640080" cy="64008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völlig erschöpft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= voller Energie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474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Zusatzfrage: Was hat heute schon zu deiner Zahl beigetragen – im Guten wie im Schlechten?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kompakt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steckt hinter Mindset und mentaler Stärke?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2011680"/>
            <a:ext cx="1463040" cy="14630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774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ein Mindset?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Mindset ist die Grundüberzeugung darüber, ob unsere Fähigkeiten feststehen oder sich entwickeln lassen.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Geprägt von der Psychologin Carol Dweck (Stanford)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Beeinflusst, wie wir mit Herausforderungen, Kritik und Fehlern umgehen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kein fester Charakterzug – es ist lern- und trainierbar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alle tragen beide Anteile in uns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37160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0644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„Wird mir das gelingen?“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2743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kann ich dabei lernen?“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Frage, die wir uns stellen, prägt das Ergebnis.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Statisches vs. dynamisches Selbstbild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77440" y="118872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11887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Mindset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Herausforderungen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werden vermieden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werden gesucht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Hindernisse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führen zum Aufgeben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fördern Ausdauer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16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Anstrengung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916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gilt als sinnlos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916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der Weg zum Können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83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483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ignoriert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483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als Lernchance genutzt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50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Erfolg anderer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050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wirkt bedrohlich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4050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inspiriert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Neuroplastizität: Das Gehirn lernt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wiederholt denken und tun, wird zur Gewohnheit – neuronal verankert.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48840"/>
            <a:ext cx="594360" cy="59436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2974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Trampelpfad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Denkweisen fühlen sich anfangs mühsam an – wie ein Weg durchs hohe Gras.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4408" y="192024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2148840"/>
            <a:ext cx="594360" cy="59436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98" y="22974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3008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Wiederholung stärkt die Verbindung. Aus dem Pfad wird ein Weg.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71616" y="192024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0216" y="2148840"/>
            <a:ext cx="594360" cy="59436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6" y="22974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0216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Autobahn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0216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trainierte Muster laufen automatisch ab – die gute Nachricht: auch neue.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mentale Stärke?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4C-Modell nach Peter Clough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Kontrolle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3911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habe Einfluss auf mein Leben und meine Emotionen.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6916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Engagement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203911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bleibe dran und halte meine Zusagen – auch an mich selbst.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Herausforderung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6850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sehe Veränderung und Probleme als Chance zum Wachsen.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1772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33756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Zuversicht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36850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vertraue meinen Fähigkeiten und stehe zu mir.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5544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Stärke heißt nicht, keine Angst oder Zweifel zu haben – sondern trotzdem handlungsfähig zu bleiben.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= sich von Krisen erholen   ·   Mentale Stärke = unter Druck klar bleiben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Denken verstehen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die Dinge beunruhigen uns, sondern unsere Sicht auf sie.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2011680"/>
            <a:ext cx="1463040" cy="14630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774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ABC-Modell nach Albert Ellis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Auslöser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Chefin antwortet nicht auf meine Mail.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325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„Sie ist bestimmt unzufrieden mit mir.“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71616" y="13258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00216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Konsequenz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Unruhe, Grübeln, schlechter Schlaf.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Hebel liegt bei B: Wir können den Auslöser oft nicht ändern – unsere Bewertung schon.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persönliche ABC-Analyse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84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36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– Situation notieren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92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 an eine Situation der letzten Woche, die dich geärgert oder gestresst 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84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– Gedanken aufschreiben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42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genau hast du in dem Moment gedacht? Möglichst wörtlich.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54096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84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35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– Folgen benennen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Gefühle, Körperreaktionen und Handlungen folgten?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84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85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– Hinterfragen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41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der Gedanke wahr? Hilfreich? Was wäre eine andere Sichtweise?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908810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Chat teilen: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neue Sichtweise hast du für B gefunden?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Selbstwirksamkeit (Bandura)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Glaube: „Ich kann das schaffen.“ – vier Quellen stärken ihn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Erfolge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stärkste Quelle: selbst etwas gemeistert haben.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74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Vorbilder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Sehen, wie Menschen wie ich es schaffen.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Ermutigung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Zuspruch von anderen – und von mir selbst.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31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Körpergefühl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087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Anspannung als Energie deuten statt als Gefahr.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577840" y="14630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80644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Alltags-Tipp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806440" y="20574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Große Ziele in kleine Schritte zerlegen. Jeder erreichte Schritt ist ein Mini-Erfolg – und trainiert das Gefühl: Ich bewirke etwas.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Erfolgsinventur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 zu jedem Bereich einen Moment, in dem du etwas Schwieriges gemeistert hast: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 ich geschafft?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Stärke half mir?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2057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Privatleben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651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 ich geschafft?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Stärke half mir?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Gesundheit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51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 ich geschafft?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Stärke half mir?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2057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651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 ich geschafft?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Stärke half mir?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Leitfrage: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meiner Stärken kann ich auf eine aktuelle Herausforderung übertragen?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Werkzeugkasten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Übungen für Kopf, Körper und Gefühle – sofort anwendbar.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2011680"/>
            <a:ext cx="1463040" cy="14630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774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Breathing: In 1 Minute zur Ruhe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94960" y="1371600"/>
            <a:ext cx="2743200" cy="2743200"/>
          </a:xfrm>
          <a:prstGeom prst="rect">
            <a:avLst/>
          </a:prstGeom>
          <a:solidFill>
            <a:srgbClr val="000000"/>
          </a:solidFill>
          <a:ln w="38100">
            <a:solidFill>
              <a:srgbClr val="CC9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1353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547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731520" cy="7315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5603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600200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84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1581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Einatmen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1837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ruhig durch die Nase.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313432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84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2295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551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die Luft anhalten.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026664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026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84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30083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Ausatmen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264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langsam durch den Mund.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739896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84" dirty="0"/>
          </a:p>
        </p:txBody>
      </p:sp>
      <p:sp>
        <p:nvSpPr>
          <p:cNvPr id="26" name="Text 23"/>
          <p:cNvSpPr txBox="1"/>
          <p:nvPr/>
        </p:nvSpPr>
        <p:spPr>
          <a:xfrm>
            <a:off x="1005840" y="3721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Pause – dann von vorn.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Die Kraft des Wortes „noch“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kann das nicht.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7492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kann das noch nicht.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bin schlecht in Mathe.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331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46320" y="233172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lerne das gerade noch.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klappt bei mir nie.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hat bisher noch nicht geklappt.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Wort verwandelt ein Urteil in einen Prozess.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umdeuten: Reframing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Wähle einen belastenden Gedanken und stelle dir diese drei Fragen: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4028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Stimmt das wirklich?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Fakten sprechen dafür – welche dagegen?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64408" y="2057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3008" y="224028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3774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93008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würde ich einer Freundin sagen?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sind zu anderen oft viel freundlicher als zu uns selbst.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71616" y="2057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0216" y="2240280"/>
            <a:ext cx="548640" cy="5486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774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0216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wichtig ist das in einem Jahr?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0216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Abstand relativiert – und schafft Handlungsspielraum.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Kritiker vs. innerer Coach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Kritiker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„Du Versager, das hättest du wissen müssen.“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„Andere schaffen das mit links.“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Coach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„Anna, das war schwierig. Was nimmst du daraus mit?“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„Du hast schon Schwereres geschafft.“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geht’s: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in schwierigen Momenten mit dir in der 2. oder 3. Person, mit deinem Vornamen. Studien (u. a. Ethan Kross) zeigen: Diese Distanz senkt Stress und macht klüger im Denken.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Dein Einflussbereich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356616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920240"/>
            <a:ext cx="2103120" cy="21031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9202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 ich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beeinflussen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nicht in meiner Hand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meiner Hand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737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Vorbereitung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Reaktion und Haltung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 ich um Hilfe bitte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in meiner Hand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Wetter, Wirtschaftslage, Bahn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Meinung anderer über mich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Vergangenheit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Sortiere deine Sorgen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84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36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Kreise zeichnen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92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großen Kreis auf dein Blatt, darin einen kleinen.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84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Sorgen sammeln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42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alles, was dich gerade beschäftigt, auf das Blatt.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54096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84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35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Einsortieren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kannst du beeinflussen? Innen. Alles andere: außen.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84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85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Schritt wählen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41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dir für den inneren Kreis eine konkrete Handlung für morgen vor.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908810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folgt der Aufmerksamkeit. Investiere sie dort, wo sie etwas bewirkt.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Ziele erreichen mit WOOP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 nach Gabriele Oettingen – positive Gedanken plus Realitätscheck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49440" y="14173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0" y="14173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wünsche ich mir? Konkret und in den nächsten 4 Wochen erreichbar.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92024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wäre das beste Ergebnis? Wie fühlt es sich an?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innere Hindernis könnte mich stoppen?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92024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[Hindernis] auftritt, dann werde ich [Handlung].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Drei gute Dinge am Abend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Dinge, jeden Abend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aus der Positiven Psychologie (Martin Seligman)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874520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84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856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Aufschreiben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12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Dinge, die heute gut waren – auch kleine.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651760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84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334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89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Notiere, warum sie passiert sind und was dein Anteil war.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429000"/>
            <a:ext cx="402336" cy="402336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84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410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Dranbleiben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6667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Woche lang täglich – dann Wirkung beobachten.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Rückschläge meistern: Die 3 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Misserfolge erklären, entscheidet über unsere Zuversicht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„Es liegt nur an mir.“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Gegenfrage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Umstände haben auch mitgespielt?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15087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wird immer so sein.“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Gegenfrage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diesmal anders als beim nächsten Mal?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71616" y="15087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Pervasiv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„Alles geht schief.“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Gegenfrage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00216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Lebensbereiche laufen gerade gut?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Notfall-Übung: 5-4-3-2-1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2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Holt dich bei Stress und Gedankenkarussell zurück ins Hier und Jetzt.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3832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Dinge, die du siehst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9696" y="20574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9696" y="21945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2276856" y="33832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Dinge, die du fühlst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22192" y="20574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21945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33832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Dinge, die du hörst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04688" y="20574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04688" y="21945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33832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Dinge, die du riechst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87184" y="20574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87184" y="21945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7324344" y="33832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Ding, das du schmeckst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Alltagstransfer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Stärke entsteht durch kleine, tägliche Wiederholungen.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2011680"/>
            <a:ext cx="1463040" cy="146304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774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Basis: Körper und Gewohnheiten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756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 Stunden für Erwachsene: die Grundlage für Konzentration und Gelassenheit.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64408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47288" y="1508760"/>
            <a:ext cx="457200" cy="4572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8" y="16230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164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Bewegung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0756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Schon ein 10-minütiger Spaziergang hebt die Stimmung spürbar.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71616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54496" y="1508760"/>
            <a:ext cx="457200" cy="4572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16230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48856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0756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60–90 Minuten kurz aufstehen, atmen, Blick in die Ferne.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Grenzen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Handyfreie erste und letzte halbe Stunde des Tages.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64408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47288" y="3200400"/>
            <a:ext cx="457200" cy="4572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588" y="331470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41648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Beziehungen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Soziale Unterstützung ist einer der stärksten Resilienzfaktoren.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71616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54496" y="3200400"/>
            <a:ext cx="457200" cy="45720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33147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48856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Stacking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Gewohnheit an eine alte koppeln: „Nach dem Kaffee …“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7-Tage-Plan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ABC-Analyse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1907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Breathing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„noch“ nutzen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Kontrollkreis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WOOP-Ziel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Coach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1554480"/>
            <a:ext cx="1078992" cy="1463040"/>
          </a:xfrm>
          <a:prstGeom prst="roundRect">
            <a:avLst>
              <a:gd name="adj" fmla="val 678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21945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Erfolge feiern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Abend zusätzlich: drei gute Dinge notieren.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611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im Chat: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„Ab morgen werde ich …“ – schreib deinen ersten konkreten Schritt.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Wichtigste in Kürze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1445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ist trainierbar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Gehirn bleibt ein Leben lang formbar.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0916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 ist der Hebel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die Situation, sondern unser Blick darauf.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28689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Schritte zählen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Tägliche Mini-Übungen schlagen seltene große Vorsätze.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577840" y="118872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61616"/>
          </a:solidFill>
          <a:ln w="15875">
            <a:solidFill>
              <a:srgbClr val="CC99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806440" y="1417320"/>
            <a:ext cx="502920" cy="502920"/>
          </a:xfrm>
          <a:prstGeom prst="ellipse">
            <a:avLst/>
          </a:prstGeom>
          <a:solidFill>
            <a:srgbClr val="CC9933"/>
          </a:solidFill>
          <a:ln w="12700">
            <a:solidFill>
              <a:srgbClr val="CC99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170" y="15430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064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&amp; Austausch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806440" y="24231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nimmst du heute mit? Schreib ein Wort in den Chat.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 für deine Aufmerksamkeit!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C993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Mindset und mentale Stärke</dc:title>
  <dc:subject>PptxGenJS Presentation</dc:subject>
  <dc:creator>Visual Academy</dc:creator>
  <cp:lastModifiedBy>Visual Academy</cp:lastModifiedBy>
  <cp:revision>1</cp:revision>
  <dcterms:created xsi:type="dcterms:W3CDTF">2026-09-27T08:51:29Z</dcterms:created>
  <dcterms:modified xsi:type="dcterms:W3CDTF">2026-09-27T08:51:29Z</dcterms:modified>
</cp:coreProperties>
</file>