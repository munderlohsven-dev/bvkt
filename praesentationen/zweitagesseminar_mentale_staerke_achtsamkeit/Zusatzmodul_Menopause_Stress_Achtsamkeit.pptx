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Behutsam einleiten: Das Thema betrifft viele Teilnehmende direkt oder als Partner:in und Kolleg:in. Freiwilligkeit betonen – niemand muss über eigene Beschwerden sprechen. Das Modul ersetzt keine ärztliche Beratung.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Hinweis: Auch Männer erleben hormonelle Veränderungen – und sie sind Kollegen, Führungskräfte und Partner von Frauen in den Wechseljahren.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Zahlen als Orientierung: Das Durchschnittsalter der Menopause liegt in Deutschland bei etwa 51 bis 52 Jahren. Angaben zu Dauer und Häufigkeit schwanken je nach Studie.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Viele Frauen deuten Konzentrations- und Stimmungsprobleme zunächst nicht als Wechseljahresbeschwerden – oder befürchten eine beginnende Demenz. Aufklärung entlastet.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Vereinfachte Darstellung: Östrogen beeinflusst u. a. die Hypothalamus-Hypophysen-Nebennieren-Achse und Neurotransmitter wie Serotonin.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gute Nachricht: Ein Kreislauf lässt sich an jeder Stelle unterbrechen – durch Schlafroutinen, Stressbewältigung, Bewegung, Achtsamkeit und bei Bedarf medizinische Behandlung.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Begriff „Wechseljahre des Mannes“ ist umstritten. Ein behandlungsbedürftiger Testosteronmangel betrifft nur einen Teil der älteren Männer und wird ärztlich über Symptome und Blutwerte festgestellt.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Anzeichen sind unspezifisch – sie können auch Folge von Stress, Schlafmangel, Übergewicht, Depression oder anderen Erkrankungen sein. Deshalb ärztlich abklären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Hintergrund: Studien zu MBSR in den Wechseljahren (u. a. Carmody et al., 2011) zeigten eine geringere Belastung durch Hitzewallungen sowie bessere Schlaf- und Lebensqualität. Kognitive Verhaltenstherapie wird in Leitlinien (z. B. NICE 2024) für Hitzewallungen und Stimmung empfohlen. Achtsamkeit ergänzt medizinische Behandlung, ersetzt sie aber nicht.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Auch für Männer mit Stressreaktionen, Herzklopfen oder Schwitzen geeignet. Im Plenum einmal gemeinsam üben: Hitze in der Vorstellung entstehen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Tipps gelten weitgehend auch für Männer – besonders Bewegung, Schlaf, Alkohol reduzieren und Stressbewältigung.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Gut ins Gespräch mit Personalrat, Gleichstellungsbeauftragter und BGM des Landkreises einbringen.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Einzelreflexion. Austausch nur freiwillig und gern in selbst gewählten Kleingruppen – Rücksicht auf Scham und unterschiedliche Betroffenheit.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Ansprechpartner: gynäkologische, hausärztliche oder urologische Praxis; bei psychischer Belastung auch Psychotherapie. Hinweis auf die S3-Leitlinie „Peri- und Postmenopause“ der AWMF für Interessierte.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VKT/1e5a152e-5525-5b3e-a49f-ce1ddb0cad42/scratchpad/seminar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01168"/>
            <a:ext cx="1143000" cy="4992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ZUSATZMODUL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Menopause, Stress und Achtsamkeit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Wechseljahre bei Frauen und Männern verstehen – und gelassener durch diese Lebensphase gehen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69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Mentale Stärke, Achtsamkeit und Entschleunigung im Arbeitsalltag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30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 um die 52 steht am offenen Fenster, frische Luft, entspannter Gesichtsausdruck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09728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Wechseljahre sind keine Krankheit – aber sie verdienen Aufmerksamkeit.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Grundhaltung dieses Moduls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natürliche Lebensphase, die Körper, Psyche und Arbeitsalltag spürbar verändern kann – bei Frauen deutlich, bei Männern leiser.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31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 und Mann um die 55 gehen im Gespräch einen herbstlichen Weg entlang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das Thema in den Arbeitsalltag gehört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3560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727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3055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sind betroffen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Frauen zwischen 45 und 60 sind eine große Gruppe in der Verwaltung – oft mit viel Erfahrung und Verantwortung.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76600" y="123444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43560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5727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59480" y="213055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immer ein Tabu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59480" y="269748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 Wechseljahre wird selten gesprochen. Beschwerden werden verschwiegen oder falsch gedeutet.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96000" y="123444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43560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57276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78880" y="213055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Gesundheit und Leistung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69748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Schlafmangel, Hitzewallungen und Stress wirken direkt auf Konzentration, Wohlbefinden und Zusammenarbeit.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Phasen der Wechseljahre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Klimakterium – ein Übergang über mehrere Jahre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Perimenopause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Beginnt oft Mitte 40. Der Zyklus wird unregelmäßig, erste Beschwerden können auftreten.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136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424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4424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Menopause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4424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letzte Regelblutung. Sie steht erst fest, wenn zwölf Monate keine Blutung mehr kam.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552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4840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Postmenopause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Zeit danach. Der Körper stellt sich auf ein neues hormonelles Gleichgewicht ein.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Wechseljahre sind ein Prozess, kein Stichtag – und jede Frau erlebt ihn anders.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Menopause in Zahlen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Jahre – durchschnittliches Alter der letzten Regelblutung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Zeitpunkt ist individuell sehr verschieden.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783080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7647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 Beginn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0208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Perimenopause beginnt oft schon Mitte 40 – mitten im Berufsleben.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5420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Lange Dauer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7980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Beschwerden können mehrere Jahre anhalten, bei manchen Frauen auch länger.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3337560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319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Unterschiedlich stark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5753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Teil der Frauen hat kaum Beschwerden, etwa jede dritte ist stark belastet.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hormonell passiert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3560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727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3055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Östrogen sinkt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Wirkt im ganzen Körper: auf Temperaturregelung, Schlaf, Stimmung, Gehirn, Knochen und Haut.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76600" y="123444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43560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5727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59480" y="213055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 sinkt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59480" y="269748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 als Erstes. Es wirkt beruhigend und schlaffördernd – fehlt es, wird der Schlaf unruhiger.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96000" y="123444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43560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57276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78880" y="213055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Starke Schwankungen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69748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 in der Perimenopause schwanken die Hormone stark. Das macht Beschwerden schwer vorhersehbar.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Häufige Beschwerden bei Frauen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Hitzewallungen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Plötzliche Hitze, Schwitzen, Herzklopfen – tagsüber und als Nachtschweiß.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66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538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Schlafstörungen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594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Einschlafen fällt schwer, nächtliches Aufwachen, oft durch Nachtschweiß.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960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531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732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Stimmung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Reizbarkeit, Stimmungsschwankungen, Ängstlichkeit.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375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Konzentration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Vergesslichkeit, Wortfindungsprobleme, „Nebel im Kopf“.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766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3375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538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Körper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594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Gelenk- und Muskelschmerzen, Gewichtsveränderungen, trockene Haut.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960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3375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732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Erschöpfung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788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Energie und Belastbarkeit – oft verstärkt durch schlechten Schlaf.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Östrogen und Stress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Stress in den Wechseljahren oft stärker wirkt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7850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Östrogen leistet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Dämpft die Stressachse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Unterstützt Botenstoffe wie Serotonin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Hilft bei der Temperaturregelung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Fördert erholsamen Schlaf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7785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weniger wird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Stressreaktionen fallen oft stärker aus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Stimmung wird störanfälliger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kann Hitzewallungen auslösen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Schlaf wird leichter und kürzer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Wechseljahre machen nicht „schwach“ – aber das Nervensystem reagiert empfindlicher. Umso wichtiger sind gute Strategien.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Teufelskreis aus Hormonen und Stress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schwanken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Östrogen und Progesteron nehmen ab und schwanken.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6038" y="1234440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18918" y="14356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1891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318918" y="2039112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Nächte werden unruhig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18918" y="2606040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Nachtschweiß und Wachphasen rauben Erholung.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14877" y="1234440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7757" y="14356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97757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97757" y="2039112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Puffer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97757" y="2606040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Müdigkeit senkt die Belastbarkeit am Tag.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93715" y="1234440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76595" y="14356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76595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76595" y="2039112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Stress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76595" y="2606040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Kleinigkeiten regen auf, Gedanken kreisen.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2554" y="1234440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5434" y="14356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55434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55434" y="2039112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Beschwerden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55434" y="2606040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verstärkt Hitzewallungen und stört den Schlaf.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Herausforderungen am Arbeitsplatz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Hitzewallung im Termin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Mitten im Bürgergespräch oder in der Besprechung – und die Sorge, dass es andere sehen.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66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538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Konzentration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594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Komplexe Vorgänge fallen schwerer, wenn der Schlaf fehlt.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960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531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732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Scham und Schweigen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Frauen erklären Beschwerden lieber anders, als die Wechseljahre zu nennen.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375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Doppelbelastung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Gleichzeitig pflegebedürftige Eltern, Kinder im Umbruch, berufliche Verantwortung.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766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3375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538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Arbeitsumgebung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594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Warme Räume, Dienstkleidung, fehlende Fenster oder Rückzugsmöglichkeiten.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960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3375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732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Unverständnis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788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Sprüche und Unwissen im Team verstärken den Druck.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die Männer?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Hormonelle Veränderungen verlaufen bei Männern anders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77440" y="1435608"/>
            <a:ext cx="3017520" cy="3227832"/>
          </a:xfrm>
          <a:prstGeom prst="roundRect">
            <a:avLst>
              <a:gd name="adj" fmla="val 24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1435608"/>
            <a:ext cx="3108960" cy="3227832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527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527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Männer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29968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029968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Östrogen und Progesteron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029968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Testosteron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47518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Verlauf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547518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deutlicher Abfall über wenige Jahre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547518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langsamer Rückgang, etwa 1 % pro Jahr ab 40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65069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Kennzeichen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065069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der Regelblutung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065069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klarer Endpunkt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82619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Beschwerden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582619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den meisten Frauen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582619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deutlich nur bei einem Teil der Männer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00170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4100170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Wechseljahre, Menopause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4100170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„Andropause“ – medizinisch: Testosteronmangel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Mögliche Anzeichen bei Männern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Antriebslosigkeit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Energie, schnellere Erschöpfung.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66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538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Reizbarkeit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594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Gereiztheit, geringere Frustrationstoleranz.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960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531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732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Schlaf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Schlechterer Schlaf, häufiges Aufwachen, auch Schwitzen.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375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Lust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Nachlassende Libido und Leistungsfähigkeit.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766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3375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538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Körper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594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Bauchfett, weniger Muskelkraft.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960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3375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732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Konzentration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788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Nachlassende Konzentration und Motivation.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Stress, Lebensstil und Testosteron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36017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Dauerstress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0876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Anhaltend hohe Cortisolwerte können die Testosteronbildung hemmen.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2288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Schlafmangel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37744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großer Teil des Testosterons wird im Schlaf gebildet.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0975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Alkohol und Übergewicht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24612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senken den Testosteronspiegel zusätzlich.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96621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Bewegung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411480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Regelmäßige Bewegung, vor allem Krafttraining, wirkt unterstützend.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577840" y="123444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80644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Männer schweigen oft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806440" y="18288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Belastung zeigt sich bei Männern häufig anders: Gereiztheit, Rückzug, noch mehr Arbeit, mehr Alkohol. Auch das können Warnsignale für Erschöpfung oder Depression sein.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 in den Wechseljahren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Studien und Leitlinien nahelegen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Belastung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Achtsamkeitstraining kann das Belastungserleben durch Hitzewallungen senken – auch wenn sie nicht seltener werden.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66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8196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Besserer Schlaf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Teilnehmende berichten häufig über erholsameren Schlaf und weniger Grübeln.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60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8196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88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Stimmung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Stress, Angst und Reizbarkeit, mehr Gelassenheit im Umgang mit dem Körper.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Hitzewelle surfen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Bemerken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 kommt eine Hitzewelle.“ Innerlich benennen, ohne Panik.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268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268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086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bekämpfen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646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Schultern sinken lassen, Kiefer lockern.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72461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7724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754173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Langsam atmen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010205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Sekunden ein, sechs Sekunden aus – ruhig und gleichmäßig.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18027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4180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3997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55771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spüre ich die Hitze? Wie verändert sie sich?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635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635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0453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Abklingen lassen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3013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Welle erreicht einen Höhepunkt und ebbt ab. Bewusst nachspüren.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32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 50+ am Schreibtisch mit Wasserglas, atmet ruhig mit geschlossenen Augen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Akzeptanz statt Kampf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Hitzewallung dauert meist nur wenige Minuten. Wer sie annimmt, erlebt sie oft als weniger bedrohlich.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Selbstmitgefühl in drei Schritten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Kristin Neff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1756" y="941832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91756" y="941832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„Das ist gerade schwer.“ Anerkennen, was ist – ohne zu dramatisieren.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136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44424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Verbundenheit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4424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„Viele Menschen in meinem Alter erleben das.“ Ich bin nicht allein.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552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4840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24840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Freundlichkeit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4840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Hand aufs Herz legen: „Was brauche ich jetzt?“ Mit mir sprechen wie mit einer guten Freundin.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Selbstmitgefühl wirkt der Scham entgegen – und stärkt die Widerstandskraft.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Tipps für den Alltag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ALLTAGSTIPP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78508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Kühl schlafen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Schlafzimmer um 16–18 °C, atmungsaktive Bettwäsche, Wasser ans Bett.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766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94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77850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538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Zwiebellook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594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Kleidung in Schichten, die sich schnell ablegen lässt.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960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788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77850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732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Bewegung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788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Ausdauer und Krafttraining – gut für Stimmung, Schlaf, Knochen und Muskeln.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461004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Auslöser kennen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Kaffee, Alkohol, scharfes Essen und Stress beobachten – ein Tagebuch hilft.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766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594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461004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0538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Ernährung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34594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 Gemüse, Vollkorn, Hülsenfrüchte; ausreichend trinken.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0960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788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461004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732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Atempausen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2788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Mehrmals täglich eine Minute bewusst und langsam atmen.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Arbeitgeber und Team tun können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Offenheit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Thema enttabuisieren – Informationen, Vorträge, Gesprächsangebote.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66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538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Arbeitsplatz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594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Tischventilator, Fenster, Temperatur regulieren, Wasser verfügbar.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960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531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732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Flexibilität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Gleitzeit, Homeoffice, Pausen nach einer schlechten Nacht.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375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Rückzugsraum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ruhiger Ort für ein paar Minuten zum Durchatmen.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766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3375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538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Führungskräfte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594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Sensibilisieren und Gespräche wertschätzend führen.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960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3375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732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Anlaufstellen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788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Betriebliches Gesundheitsmanagement und Betriebsarzt einbinden.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Reflexion: Ich und diese Lebensphase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 · 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64208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Veränderungen bemerke ich bei mir – körperlich, emotional, im Schlaf?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86300" y="1481328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49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49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09260" y="1664208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hilft mir schon heute, gut mit Stress und Beschwerden umzugehen?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392424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46704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wem möchte ich offener darüber sprechen – privat oder beruflich?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86300" y="3163824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4900" y="3392424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49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09260" y="3346704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kann ich Kolleginnen und Kollegen in dieser Phase unterstützen?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ärztlicher Rat wichtig 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36017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Starke Beschwerden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0876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Schlaf, Arbeit oder Beziehungen deutlich leiden.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2288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Anhaltende Niedergeschlagenheit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37744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gedrückter Stimmung über Wochen, Hoffnungslosigkeit oder Ängsten.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0975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Frauen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24612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ungewöhnlichen Blutungen, auch nach der Menopause, immer abklären lassen.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96621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Männer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411480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anhaltender Erschöpfung und Lustlosigkeit Ursachen und Testosteron prüfen lassen.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577840" y="123444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80644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 zu wissen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806440" y="18288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wirksame Behandlungen – von Hormontherapie über nicht-hormonelle Medikamente bis zur Verhaltenstherapie. Welche passt, entscheiden Sie gemeinsam mit Ihrer Ärztin oder Ihrem Arzt.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Menopause, Stress und Achtsamkeit</dc:title>
  <dc:subject>PptxGenJS Presentation</dc:subject>
  <dc:creator>Visual Academy</dc:creator>
  <cp:lastModifiedBy>Visual Academy</cp:lastModifiedBy>
  <cp:revision>1</cp:revision>
  <dcterms:created xsi:type="dcterms:W3CDTF">2026-09-27T11:27:33Z</dcterms:created>
  <dcterms:modified xsi:type="dcterms:W3CDTF">2026-09-27T11:27:33Z</dcterms:modified>
</cp:coreProperties>
</file>